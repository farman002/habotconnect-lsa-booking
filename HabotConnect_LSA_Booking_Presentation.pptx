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HabotConnect LSA Service Booking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Backend Developer Hiring Project</a:t>
            </a:r>
          </a:p>
          <a:p>
            <a:pPr>
              <a:spcAft>
                <a:spcPts val="1000"/>
              </a:spcAft>
              <a:defRPr sz="2000"/>
            </a:pPr>
            <a:r>
              <a:t>Django REST Framework + PostgreSQL/SQLite + Pytest</a:t>
            </a:r>
          </a:p>
          <a:p>
            <a:pPr>
              <a:spcAft>
                <a:spcPts val="1000"/>
              </a:spcAft>
              <a:defRPr sz="2000"/>
            </a:pPr>
            <a:r>
              <a:t>Farman Naim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Connect parents with Learning Support Assistants (LSAs).</a:t>
            </a:r>
          </a:p>
          <a:p>
            <a:pPr>
              <a:spcAft>
                <a:spcPts val="1000"/>
              </a:spcAft>
              <a:defRPr sz="2000"/>
            </a:pPr>
            <a:r>
              <a:t>Provide reliable LSA search and booking APIs.</a:t>
            </a:r>
          </a:p>
          <a:p>
            <a:pPr>
              <a:spcAft>
                <a:spcPts val="1000"/>
              </a:spcAft>
              <a:defRPr sz="2000"/>
            </a:pPr>
            <a:r>
              <a:t>Prevent overlapping sessions and double bookings.</a:t>
            </a:r>
          </a:p>
          <a:p>
            <a:pPr>
              <a:spcAft>
                <a:spcPts val="1000"/>
              </a:spcAft>
              <a:defRPr sz="2000"/>
            </a:pPr>
            <a:r>
              <a:t>Process payment results and asynchronous webhooks.</a:t>
            </a:r>
          </a:p>
          <a:p>
            <a:pPr>
              <a:spcAft>
                <a:spcPts val="1000"/>
              </a:spcAft>
              <a:defRPr sz="2000"/>
            </a:pPr>
            <a:r>
              <a:t>Keep the backend testable, documented and CI-ready.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3.12+</a:t>
            </a:r>
          </a:p>
          <a:p>
            <a:pPr>
              <a:spcAft>
                <a:spcPts val="1000"/>
              </a:spcAft>
              <a:defRPr sz="2000"/>
            </a:pPr>
            <a:r>
              <a:t>Django 5.2 + Django REST Framework</a:t>
            </a:r>
          </a:p>
          <a:p>
            <a:pPr>
              <a:spcAft>
                <a:spcPts val="1000"/>
              </a:spcAft>
              <a:defRPr sz="2000"/>
            </a:pPr>
            <a:r>
              <a:t>PostgreSQL for production; SQLite fallback for local evaluation</a:t>
            </a:r>
          </a:p>
          <a:p>
            <a:pPr>
              <a:spcAft>
                <a:spcPts val="1000"/>
              </a:spcAft>
              <a:defRPr sz="2000"/>
            </a:pPr>
            <a:r>
              <a:t>requests for mock third-party payment integration</a:t>
            </a:r>
          </a:p>
          <a:p>
            <a:pPr>
              <a:spcAft>
                <a:spcPts val="1000"/>
              </a:spcAft>
              <a:defRPr sz="2000"/>
            </a:pPr>
            <a:r>
              <a:t>Pytest + pytest-django for automated testing</a:t>
            </a:r>
          </a:p>
          <a:p>
            <a:pPr>
              <a:spcAft>
                <a:spcPts val="1000"/>
              </a:spcAft>
              <a:defRPr sz="2000"/>
            </a:pPr>
            <a:r>
              <a:t>GitHub Actions for 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Client → DRF API → Booking/LSA Services → Relational Database</a:t>
            </a:r>
          </a:p>
          <a:p>
            <a:pPr>
              <a:spcAft>
                <a:spcPts val="1000"/>
              </a:spcAft>
              <a:defRPr sz="2000"/>
            </a:pPr>
            <a:r>
              <a:t>Booking service validates the slot and locks the selected LSA.</a:t>
            </a:r>
          </a:p>
          <a:p>
            <a:pPr>
              <a:spcAft>
                <a:spcPts val="1000"/>
              </a:spcAft>
              <a:defRPr sz="2000"/>
            </a:pPr>
            <a:r>
              <a:t>Payment service calls the mock provider using requests.</a:t>
            </a:r>
          </a:p>
          <a:p>
            <a:pPr>
              <a:spcAft>
                <a:spcPts val="1000"/>
              </a:spcAft>
              <a:defRPr sz="2000"/>
            </a:pPr>
            <a:r>
              <a:t>Payment webhook updates Payment and Booking state.</a:t>
            </a:r>
          </a:p>
          <a:p>
            <a:pPr>
              <a:spcAft>
                <a:spcPts val="1000"/>
              </a:spcAft>
              <a:defRPr sz="2000"/>
            </a:pPr>
            <a:r>
              <a:t>Selectors isolate optimized read/query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Parent: customer requesting a session.</a:t>
            </a:r>
          </a:p>
          <a:p>
            <a:pPr>
              <a:spcAft>
                <a:spcPts val="1000"/>
              </a:spcAft>
              <a:defRPr sz="2000"/>
            </a:pPr>
            <a:r>
              <a:t>LSAProfile: assistant profile, hourly rate and active state.</a:t>
            </a:r>
          </a:p>
          <a:p>
            <a:pPr>
              <a:spcAft>
                <a:spcPts val="1000"/>
              </a:spcAft>
              <a:defRPr sz="2000"/>
            </a:pPr>
            <a:r>
              <a:t>Skill: normalized skill vocabulary with many-to-many LSA relationship.</a:t>
            </a:r>
          </a:p>
          <a:p>
            <a:pPr>
              <a:spcAft>
                <a:spcPts val="1000"/>
              </a:spcAft>
              <a:defRPr sz="2000"/>
            </a:pPr>
            <a:r>
              <a:t>Booking: parent + LSA + date/time + amount + state.</a:t>
            </a:r>
          </a:p>
          <a:p>
            <a:pPr>
              <a:spcAft>
                <a:spcPts val="1000"/>
              </a:spcAft>
              <a:defRPr sz="2000"/>
            </a:pPr>
            <a:r>
              <a:t>Payment: one-to-one payment record for a booking.</a:t>
            </a:r>
          </a:p>
          <a:p>
            <a:pPr>
              <a:spcAft>
                <a:spcPts val="1000"/>
              </a:spcAft>
              <a:defRPr sz="2000"/>
            </a:pPr>
            <a:r>
              <a:t>Indexes support email, active LSA, booking slot, status and transaction lookups.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Booking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POST /api/v1/bookings/</a:t>
            </a:r>
          </a:p>
          <a:p>
            <a:pPr>
              <a:spcAft>
                <a:spcPts val="1000"/>
              </a:spcAft>
              <a:defRPr sz="2000"/>
            </a:pPr>
            <a:r>
              <a:t>Validates parent, active LSA, date and time range.</a:t>
            </a:r>
          </a:p>
          <a:p>
            <a:pPr>
              <a:spcAft>
                <a:spcPts val="1000"/>
              </a:spcAft>
              <a:defRPr sz="2000"/>
            </a:pPr>
            <a:r>
              <a:t>Calculates amount from duration × hourly rate.</a:t>
            </a:r>
          </a:p>
          <a:p>
            <a:pPr>
              <a:spcAft>
                <a:spcPts val="1000"/>
              </a:spcAft>
              <a:defRPr sz="2000"/>
            </a:pPr>
            <a:r>
              <a:t>Creates PENDING_PAYMENT booking.</a:t>
            </a:r>
          </a:p>
          <a:p>
            <a:pPr>
              <a:spcAft>
                <a:spcPts val="1000"/>
              </a:spcAft>
              <a:defRPr sz="2000"/>
            </a:pPr>
            <a:r>
              <a:t>Calls payment service.</a:t>
            </a:r>
          </a:p>
          <a:p>
            <a:pPr>
              <a:spcAft>
                <a:spcPts val="1000"/>
              </a:spcAft>
              <a:defRPr sz="2000"/>
            </a:pPr>
            <a:r>
              <a:t>Returns CONFIRMED or PAYMENT_FAILED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Double-Booking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 transaction.atomic().</a:t>
            </a:r>
          </a:p>
          <a:p>
            <a:pPr>
              <a:spcAft>
                <a:spcPts val="1000"/>
              </a:spcAft>
              <a:defRPr sz="2000"/>
            </a:pPr>
            <a:r>
              <a:t>Lock the selected LSA row with select_for_update().</a:t>
            </a:r>
          </a:p>
          <a:p>
            <a:pPr>
              <a:spcAft>
                <a:spcPts val="1000"/>
              </a:spcAft>
              <a:defRPr sz="2000"/>
            </a:pPr>
            <a:r>
              <a:t>Check active bookings for interval overlap.</a:t>
            </a:r>
          </a:p>
          <a:p>
            <a:pPr>
              <a:spcAft>
                <a:spcPts val="1000"/>
              </a:spcAft>
              <a:defRPr sz="2000"/>
            </a:pPr>
            <a:r>
              <a:t>Overlap rule: existing.start &lt; requested.end AND existing.end &gt; requested.start.</a:t>
            </a:r>
          </a:p>
          <a:p>
            <a:pPr>
              <a:spcAft>
                <a:spcPts val="1000"/>
              </a:spcAft>
              <a:defRPr sz="2000"/>
            </a:pPr>
            <a:r>
              <a:t>Reject the second conflicting booking.</a:t>
            </a:r>
          </a:p>
          <a:p>
            <a:pPr>
              <a:spcAft>
                <a:spcPts val="1000"/>
              </a:spcAft>
              <a:defRPr sz="2000"/>
            </a:pPr>
            <a:r>
              <a:t>The lock prevents a race between two simultaneous booking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LSA Search &amp; N+1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GET /api/v1/lsas/search/?skills=Python,Math</a:t>
            </a:r>
          </a:p>
          <a:p>
            <a:pPr>
              <a:spcAft>
                <a:spcPts val="1000"/>
              </a:spcAft>
              <a:defRPr sz="2000"/>
            </a:pPr>
            <a:r>
              <a:t>Filter skills at database level.</a:t>
            </a:r>
          </a:p>
          <a:p>
            <a:pPr>
              <a:spcAft>
                <a:spcPts val="1000"/>
              </a:spcAft>
              <a:defRPr sz="2000"/>
            </a:pPr>
            <a:r>
              <a:t>For multiple skills, require the LSA to match all requested skills.</a:t>
            </a:r>
          </a:p>
          <a:p>
            <a:pPr>
              <a:spcAft>
                <a:spcPts val="1000"/>
              </a:spcAft>
              <a:defRPr sz="2000"/>
            </a:pPr>
            <a:r>
              <a:t>Exclude LSAs with overlapping active bookings when a time window is supplied.</a:t>
            </a:r>
          </a:p>
          <a:p>
            <a:pPr>
              <a:spcAft>
                <a:spcPts val="1000"/>
              </a:spcAft>
              <a:defRPr sz="2000"/>
            </a:pPr>
            <a:r>
              <a:t>Use prefetch_related('skills') so serialization does not query once per LSA.</a:t>
            </a:r>
          </a:p>
          <a:p>
            <a:pPr>
              <a:spcAft>
                <a:spcPts val="1000"/>
              </a:spcAft>
              <a:defRPr sz="2000"/>
            </a:pPr>
            <a:r>
              <a:t>Result: bounded query pattern instead of N+1 relationship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Payment &amp; Webhook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Booking service sends a payment request using requests.</a:t>
            </a:r>
          </a:p>
          <a:p>
            <a:pPr>
              <a:spcAft>
                <a:spcPts val="1000"/>
              </a:spcAft>
              <a:defRPr sz="2000"/>
            </a:pPr>
            <a:r>
              <a:t>Mock provider returns success or failure.</a:t>
            </a:r>
          </a:p>
          <a:p>
            <a:pPr>
              <a:spcAft>
                <a:spcPts val="1000"/>
              </a:spcAft>
              <a:defRPr sz="2000"/>
            </a:pPr>
            <a:r>
              <a:t>Success → Payment.SUCCESS + Booking.CONFIRMED.</a:t>
            </a:r>
          </a:p>
          <a:p>
            <a:pPr>
              <a:spcAft>
                <a:spcPts val="1000"/>
              </a:spcAft>
              <a:defRPr sz="2000"/>
            </a:pPr>
            <a:r>
              <a:t>Failure → Payment.FAILED + Booking.PAYMENT_FAILED.</a:t>
            </a:r>
          </a:p>
          <a:p>
            <a:pPr>
              <a:spcAft>
                <a:spcPts val="1000"/>
              </a:spcAft>
              <a:defRPr sz="2000"/>
            </a:pPr>
            <a:r>
              <a:t>POST /api/v1/payments/webhook/ handles asynchronous provider events.</a:t>
            </a:r>
          </a:p>
          <a:p>
            <a:pPr>
              <a:spcAft>
                <a:spcPts val="1000"/>
              </a:spcAft>
              <a:defRPr sz="2000"/>
            </a:pPr>
            <a:r>
              <a:t>Webhook processing locks the payment row and updates state atomically.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Successful booking/payment.</a:t>
            </a:r>
          </a:p>
          <a:p>
            <a:pPr>
              <a:spcAft>
                <a:spcPts val="1000"/>
              </a:spcAft>
              <a:defRPr sz="2000"/>
            </a:pPr>
            <a:r>
              <a:t>Invalid time range.</a:t>
            </a:r>
          </a:p>
          <a:p>
            <a:pPr>
              <a:spcAft>
                <a:spcPts val="1000"/>
              </a:spcAft>
              <a:defRPr sz="2000"/>
            </a:pPr>
            <a:r>
              <a:t>Overlapping booking rejection.</a:t>
            </a:r>
          </a:p>
          <a:p>
            <a:pPr>
              <a:spcAft>
                <a:spcPts val="1000"/>
              </a:spcAft>
              <a:defRPr sz="2000"/>
            </a:pPr>
            <a:r>
              <a:t>Payment decline and provider timeout.</a:t>
            </a:r>
          </a:p>
          <a:p>
            <a:pPr>
              <a:spcAft>
                <a:spcPts val="1000"/>
              </a:spcAft>
              <a:defRPr sz="2000"/>
            </a:pPr>
            <a:r>
              <a:t>Multi-skill LSA search.</a:t>
            </a:r>
          </a:p>
          <a:p>
            <a:pPr>
              <a:spcAft>
                <a:spcPts val="1000"/>
              </a:spcAft>
              <a:defRPr sz="2000"/>
            </a:pPr>
            <a:r>
              <a:t>Availability exclusion.</a:t>
            </a:r>
          </a:p>
          <a:p>
            <a:pPr>
              <a:spcAft>
                <a:spcPts val="1000"/>
              </a:spcAft>
              <a:defRPr sz="2000"/>
            </a:pPr>
            <a:r>
              <a:t>N+1 regression protection.</a:t>
            </a:r>
          </a:p>
          <a:p>
            <a:pPr>
              <a:spcAft>
                <a:spcPts val="1000"/>
              </a:spcAft>
              <a:defRPr sz="2000"/>
            </a:pPr>
            <a:r>
              <a:t>Payment webhook state transition.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CI/CD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GitHub Actions runs on push and pull request.</a:t>
            </a:r>
          </a:p>
          <a:p>
            <a:pPr>
              <a:spcAft>
                <a:spcPts val="1000"/>
              </a:spcAft>
              <a:defRPr sz="2000"/>
            </a:pPr>
            <a:r>
              <a:t>CI starts PostgreSQL, installs dependencies, runs migrations and Pytest.</a:t>
            </a:r>
          </a:p>
          <a:p>
            <a:pPr>
              <a:spcAft>
                <a:spcPts val="1000"/>
              </a:spcAft>
              <a:defRPr sz="2000"/>
            </a:pPr>
            <a:r>
              <a:t>README documents setup, APIs, schema, optimization and interview talking points.</a:t>
            </a:r>
          </a:p>
          <a:p>
            <a:pPr>
              <a:spcAft>
                <a:spcPts val="1000"/>
              </a:spcAft>
              <a:defRPr sz="2000"/>
            </a:pPr>
            <a:r>
              <a:t>Repository is structured into config, booking, payments, tests and workflows.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 &amp; Interview Talking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Explain why Django REST Framework was selected.</a:t>
            </a:r>
          </a:p>
          <a:p>
            <a:pPr>
              <a:spcAft>
                <a:spcPts val="1000"/>
              </a:spcAft>
              <a:defRPr sz="2000"/>
            </a:pPr>
            <a:r>
              <a:t>Demonstrate the booking API and overlap rejection.</a:t>
            </a:r>
          </a:p>
          <a:p>
            <a:pPr>
              <a:spcAft>
                <a:spcPts val="1000"/>
              </a:spcAft>
              <a:defRPr sz="2000"/>
            </a:pPr>
            <a:r>
              <a:t>Show the optimized LSA query and explain N+1.</a:t>
            </a:r>
          </a:p>
          <a:p>
            <a:pPr>
              <a:spcAft>
                <a:spcPts val="1000"/>
              </a:spcAft>
              <a:defRPr sz="2000"/>
            </a:pPr>
            <a:r>
              <a:t>Explain select_for_update() and transaction boundaries.</a:t>
            </a:r>
          </a:p>
          <a:p>
            <a:pPr>
              <a:spcAft>
                <a:spcPts val="1000"/>
              </a:spcAft>
              <a:defRPr sz="2000"/>
            </a:pPr>
            <a:r>
              <a:t>Demonstrate payment failure and webhook transition.</a:t>
            </a:r>
          </a:p>
          <a:p>
            <a:pPr>
              <a:spcAft>
                <a:spcPts val="1000"/>
              </a:spcAft>
              <a:defRPr sz="2000"/>
            </a:pPr>
            <a:r>
              <a:t>Show Pytest output and GitHub Actions workflow.</a:t>
            </a:r>
          </a:p>
          <a:p>
            <a:pPr>
              <a:spcAft>
                <a:spcPts val="1000"/>
              </a:spcAft>
              <a:defRPr sz="2000"/>
            </a:pPr>
            <a:r>
              <a:t>Repository: add your public GitHub URL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