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8" r:id="rId4"/>
    <p:sldId id="269" r:id="rId5"/>
    <p:sldId id="270" r:id="rId6"/>
    <p:sldId id="271" r:id="rId7"/>
    <p:sldId id="272" r:id="rId8"/>
    <p:sldId id="273" r:id="rId9"/>
    <p:sldId id="274" r:id="rId10"/>
    <p:sldId id="275" r:id="rId11"/>
    <p:sldId id="276" r:id="rId12"/>
    <p:sldId id="27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rman Naim" initials="FN" lastIdx="1" clrIdx="0">
    <p:extLst>
      <p:ext uri="{19B8F6BF-5375-455C-9EA6-DF929625EA0E}">
        <p15:presenceInfo xmlns:p15="http://schemas.microsoft.com/office/powerpoint/2012/main" userId="852dc1dcac7a9aa0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35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Farman002/habotconnect-lsa-booking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11480"/>
            <a:ext cx="11094720" cy="1826140"/>
          </a:xfrm>
        </p:spPr>
        <p:txBody>
          <a:bodyPr>
            <a:noAutofit/>
          </a:bodyPr>
          <a:lstStyle/>
          <a:p>
            <a:r>
              <a:rPr lang="en-US" sz="6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HabotConnect</a:t>
            </a:r>
            <a:r>
              <a:rPr lang="en-US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LSA Service Booking Backend</a:t>
            </a:r>
            <a:endParaRPr sz="6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38200" y="2532413"/>
            <a:ext cx="10515600" cy="3067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/>
            </a:pP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Backend Developer Hiring Project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1000"/>
              </a:spcAft>
              <a:defRPr sz="2000"/>
            </a:pP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1000"/>
              </a:spcAft>
              <a:defRPr sz="2000"/>
            </a:pP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Django REST Framework + PostgreSQL/SQLite + </a:t>
            </a:r>
            <a:r>
              <a:rPr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Pytest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1000"/>
              </a:spcAft>
              <a:defRPr sz="2000"/>
            </a:pP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1000"/>
              </a:spcAft>
              <a:defRPr sz="2000"/>
            </a:pPr>
            <a:r>
              <a:rPr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Farman Naim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1094720" cy="1143000"/>
          </a:xfrm>
        </p:spPr>
        <p:txBody>
          <a:bodyPr>
            <a:normAutofit/>
          </a:bodyPr>
          <a:lstStyle/>
          <a:p>
            <a:pPr algn="l"/>
            <a:r>
              <a:rPr lang="en-IN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Statement:</a:t>
            </a:r>
            <a:endParaRPr sz="5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1698859"/>
            <a:ext cx="10881360" cy="3067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 parents with Learning Support Assistants (LSAs).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reliable LSA search and booking APIs.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Prevent overlapping sessions and double bookings.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 payment results and asynchronous webhooks.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Keep the backend testable, documented and CI-ready.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1094720" cy="1143000"/>
          </a:xfrm>
        </p:spPr>
        <p:txBody>
          <a:bodyPr>
            <a:normAutofit/>
          </a:bodyPr>
          <a:lstStyle/>
          <a:p>
            <a:pPr algn="l"/>
            <a:r>
              <a:rPr lang="en-IN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Technology Stack: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98859"/>
            <a:ext cx="10881360" cy="4180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3.12+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Django 5.2 + Django REST Framework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PostgreSQL for production; SQLite fallback for local evaluation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requests for mock third-party payment integration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Pytest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pytest-django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automated testing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 Actions for CI</a:t>
            </a:r>
          </a:p>
        </p:txBody>
      </p:sp>
    </p:spTree>
    <p:extLst>
      <p:ext uri="{BB962C8B-B14F-4D97-AF65-F5344CB8AC3E}">
        <p14:creationId xmlns:p14="http://schemas.microsoft.com/office/powerpoint/2010/main" val="8265709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1094720" cy="1143000"/>
          </a:xfrm>
        </p:spPr>
        <p:txBody>
          <a:bodyPr>
            <a:normAutofit/>
          </a:bodyPr>
          <a:lstStyle/>
          <a:p>
            <a:pPr algn="l"/>
            <a:r>
              <a:rPr lang="en-IN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98859"/>
            <a:ext cx="10881360" cy="35599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Client → DRF API → Booking/LSA Services → Relational Database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Booking service validates the slot and locks the selected LSA.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Payment service calls the mock provider using requests.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Payment webhook updates Payment and Booking state.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Selectors isolate optimized read/query logic.</a:t>
            </a:r>
          </a:p>
        </p:txBody>
      </p:sp>
    </p:spTree>
    <p:extLst>
      <p:ext uri="{BB962C8B-B14F-4D97-AF65-F5344CB8AC3E}">
        <p14:creationId xmlns:p14="http://schemas.microsoft.com/office/powerpoint/2010/main" val="20531062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1094720" cy="1143000"/>
          </a:xfrm>
        </p:spPr>
        <p:txBody>
          <a:bodyPr>
            <a:normAutofit/>
          </a:bodyPr>
          <a:lstStyle/>
          <a:p>
            <a:pPr algn="l"/>
            <a:r>
              <a:rPr lang="en-IN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 Design: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98859"/>
            <a:ext cx="10881360" cy="4673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Parent: customer requesting a session.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LSAProfile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assistant profile, hourly rate and active state.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Skill: normalized skill vocabulary with many-to-many LSA relationship.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Booking: parent + LSA + date/time + amount + state.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Payment: one-to-one payment record for a booking.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Indexes support email, active LSA, booking slot, status and transaction lookups.</a:t>
            </a:r>
          </a:p>
        </p:txBody>
      </p:sp>
    </p:spTree>
    <p:extLst>
      <p:ext uri="{BB962C8B-B14F-4D97-AF65-F5344CB8AC3E}">
        <p14:creationId xmlns:p14="http://schemas.microsoft.com/office/powerpoint/2010/main" val="31363425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1094720" cy="1143000"/>
          </a:xfrm>
        </p:spPr>
        <p:txBody>
          <a:bodyPr>
            <a:normAutofit/>
          </a:bodyPr>
          <a:lstStyle/>
          <a:p>
            <a:pPr algn="l"/>
            <a:r>
              <a:rPr lang="en-IN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Booking API: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98859"/>
            <a:ext cx="10881360" cy="3688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 /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/v1/bookings/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Validates parent, active LSA, date and time range.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Calculates amount from duration × hourly rate.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Creates PENDING_PAYMENT booking.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Calls payment service.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Returns CONFIRMED or PAYMENT_FAILED state.</a:t>
            </a:r>
          </a:p>
        </p:txBody>
      </p:sp>
    </p:spTree>
    <p:extLst>
      <p:ext uri="{BB962C8B-B14F-4D97-AF65-F5344CB8AC3E}">
        <p14:creationId xmlns:p14="http://schemas.microsoft.com/office/powerpoint/2010/main" val="7049663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1094720" cy="1143000"/>
          </a:xfrm>
        </p:spPr>
        <p:txBody>
          <a:bodyPr>
            <a:normAutofit/>
          </a:bodyPr>
          <a:lstStyle/>
          <a:p>
            <a:pPr algn="l"/>
            <a:r>
              <a:rPr lang="en-IN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Double-Booking Prevention: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98859"/>
            <a:ext cx="10881360" cy="4673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transaction.atomic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Lock the selected LSA row with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select_for_update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 active bookings for interval overlap.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Overlap rule: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existing.start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&lt;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requested.end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existing.end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&gt;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requested.start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Reject the second conflicting booking.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lock prevents a race between two simultaneous booking requests.</a:t>
            </a:r>
          </a:p>
        </p:txBody>
      </p:sp>
    </p:spTree>
    <p:extLst>
      <p:ext uri="{BB962C8B-B14F-4D97-AF65-F5344CB8AC3E}">
        <p14:creationId xmlns:p14="http://schemas.microsoft.com/office/powerpoint/2010/main" val="242798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1094720" cy="1143000"/>
          </a:xfrm>
        </p:spPr>
        <p:txBody>
          <a:bodyPr>
            <a:normAutofit/>
          </a:bodyPr>
          <a:lstStyle/>
          <a:p>
            <a:pPr algn="l"/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LSA Search &amp; N+1 Optimization: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98859"/>
            <a:ext cx="10881360" cy="4180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GET /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/v1/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lsas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/search/?skills=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Python,Math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Filter skills at database level.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multiple skills, require the LSA to match all requested skills.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Exclude LSAs with overlapping active bookings when a time window is supplied.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prefetch_related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('skills') so serialization does not query once per LSA.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Result: bounded query pattern instead of N+1 relationship queries.</a:t>
            </a:r>
          </a:p>
        </p:txBody>
      </p:sp>
    </p:spTree>
    <p:extLst>
      <p:ext uri="{BB962C8B-B14F-4D97-AF65-F5344CB8AC3E}">
        <p14:creationId xmlns:p14="http://schemas.microsoft.com/office/powerpoint/2010/main" val="4303118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1094720" cy="1143000"/>
          </a:xfrm>
        </p:spPr>
        <p:txBody>
          <a:bodyPr>
            <a:normAutofit/>
          </a:bodyPr>
          <a:lstStyle/>
          <a:p>
            <a:pPr algn="l"/>
            <a:r>
              <a:rPr lang="en-IN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Payment &amp; Webhook Flow: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98859"/>
            <a:ext cx="10881360" cy="4673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Booking service sends a payment request using requests.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Mock provider returns success or failure.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Success →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Payment.SUCCESS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Booking.CONFIRMED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Failure →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Payment.FAILED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Booking.PAYMENT_FAILED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 /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/v1/payments/webhook/ handles asynchronous provider events.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Webhook processing locks the payment row and updates state atomically.</a:t>
            </a:r>
          </a:p>
        </p:txBody>
      </p:sp>
    </p:spTree>
    <p:extLst>
      <p:ext uri="{BB962C8B-B14F-4D97-AF65-F5344CB8AC3E}">
        <p14:creationId xmlns:p14="http://schemas.microsoft.com/office/powerpoint/2010/main" val="8114132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1094720" cy="1143000"/>
          </a:xfrm>
        </p:spPr>
        <p:txBody>
          <a:bodyPr>
            <a:normAutofit/>
          </a:bodyPr>
          <a:lstStyle/>
          <a:p>
            <a:pPr algn="l"/>
            <a:r>
              <a:rPr lang="en-IN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Testing Strategy: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98859"/>
            <a:ext cx="10881360" cy="49295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Successful booking/payment.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Invalid time range.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Overlapping booking rejection.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Payment decline and provider timeout.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Multi-skill LSA search.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Availability exclusion.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N+1 regression protection.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Payment webhook state transition.</a:t>
            </a:r>
          </a:p>
        </p:txBody>
      </p:sp>
    </p:spTree>
    <p:extLst>
      <p:ext uri="{BB962C8B-B14F-4D97-AF65-F5344CB8AC3E}">
        <p14:creationId xmlns:p14="http://schemas.microsoft.com/office/powerpoint/2010/main" val="30157598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1094720" cy="1143000"/>
          </a:xfrm>
        </p:spPr>
        <p:txBody>
          <a:bodyPr>
            <a:normAutofit/>
          </a:bodyPr>
          <a:lstStyle/>
          <a:p>
            <a:pPr algn="l"/>
            <a:r>
              <a:rPr lang="en-IN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CI/CD &amp; Documentation: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98859"/>
            <a:ext cx="10881360" cy="39241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 Actions runs on push and pull request.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 starts PostgreSQL, installs dependencies, runs migrations and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Pytest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README documents setup, APIs, schema, optimization and interview talking points.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Repository is structured into config, booking, payments, tests and workflows.</a:t>
            </a:r>
          </a:p>
        </p:txBody>
      </p:sp>
    </p:spTree>
    <p:extLst>
      <p:ext uri="{BB962C8B-B14F-4D97-AF65-F5344CB8AC3E}">
        <p14:creationId xmlns:p14="http://schemas.microsoft.com/office/powerpoint/2010/main" val="37135183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857500"/>
            <a:ext cx="11094720" cy="1143000"/>
          </a:xfrm>
        </p:spPr>
        <p:txBody>
          <a:bodyPr>
            <a:noAutofit/>
          </a:bodyPr>
          <a:lstStyle/>
          <a:p>
            <a:r>
              <a:rPr lang="en-IN" sz="10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5320" y="5020725"/>
            <a:ext cx="10881360" cy="9592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2000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 available at GitHub Repo</a:t>
            </a:r>
          </a:p>
          <a:p>
            <a:pPr algn="ctr">
              <a:spcAft>
                <a:spcPts val="1000"/>
              </a:spcAft>
              <a:defRPr sz="2000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https://github.com/Farman002/habotconnect-lsa-booking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3593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597</Words>
  <Application>Microsoft Office PowerPoint</Application>
  <PresentationFormat>Widescreen</PresentationFormat>
  <Paragraphs>77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Times New Roman</vt:lpstr>
      <vt:lpstr>Office Theme</vt:lpstr>
      <vt:lpstr>HabotConnect LSA Service Booking Backend</vt:lpstr>
      <vt:lpstr>Problem Statement:</vt:lpstr>
      <vt:lpstr>Technology Stack:</vt:lpstr>
      <vt:lpstr>System Architecture:</vt:lpstr>
      <vt:lpstr>Database Design:</vt:lpstr>
      <vt:lpstr>Booking API:</vt:lpstr>
      <vt:lpstr>Double-Booking Prevention:</vt:lpstr>
      <vt:lpstr>LSA Search &amp; N+1 Optimization:</vt:lpstr>
      <vt:lpstr>Payment &amp; Webhook Flow:</vt:lpstr>
      <vt:lpstr>Testing Strategy:</vt:lpstr>
      <vt:lpstr>CI/CD &amp; Documentation:</vt:lpstr>
      <vt:lpstr>Thank You!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HabotConnect LSA Service Booking Backend</dc:title>
  <dc:subject/>
  <dc:creator/>
  <cp:keywords/>
  <dc:description>generated using python-pptx</dc:description>
  <cp:lastModifiedBy>Farman Naim</cp:lastModifiedBy>
  <cp:revision>5</cp:revision>
  <dcterms:created xsi:type="dcterms:W3CDTF">2013-01-27T09:14:16Z</dcterms:created>
  <dcterms:modified xsi:type="dcterms:W3CDTF">2026-08-10T07:57:12Z</dcterms:modified>
  <cp:category/>
</cp:coreProperties>
</file>